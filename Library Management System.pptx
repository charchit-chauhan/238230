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31633-72DF-4267-9813-EC22B49C9E5A}" v="5" dt="2025-11-21T16:07:15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92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E70E-5F36-22AE-F25E-C53078FC9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7B61F-C12B-CEDB-70E1-0E6D0651A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3660-650E-C6B8-87F9-473DD9DE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3023A-1B89-416B-B78B-C58F6BD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96FB-8631-E481-474F-EEABD273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9091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D4A7-085C-D82B-97AA-8EE26E59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CFA6-14D5-2811-E75D-C8D2E52F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44CDF-6524-7C87-4BA1-F812D0C1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D3685-3707-75DB-A063-49D1E839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B12B-3E5A-8ECD-2791-C37A1179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7594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10E4-62FC-0216-E8E4-97BB64F2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B13E6-540A-7ED3-D531-A7E00515E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9882F-7462-5FFE-76F8-8DD4C713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9771C-ACD8-6FE7-6E26-030E2852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6C2FD-1985-F2D9-FD72-7EAFA2F6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6329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8D3E-7636-945E-6D7B-A46F861A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B7957-D744-B2E6-5A49-42EC535B0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9DC8B-EBD1-F0AC-4FFB-F3722D9FD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D5B7D-BF33-AD86-ED2A-A1946CF8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5177F-8D6B-FF23-6EA7-466D5B6A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F3DBA-4FAE-CCD9-4409-68513CDF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1226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4CE0-9CAB-E573-B544-58291918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8A46D-2FF3-908A-ADFB-CA24571FD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48398-A48E-0FEB-972B-221104D88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1A459-BDD6-AFB7-9039-8DEFC6B9A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1F9E5-0171-A973-13F3-3D6C25028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772B3-6FAA-B2BF-A86F-F4C93DF3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875218-30EE-ED5C-B562-E2FA9691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8CD4D-A406-8471-05C3-C83AD719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832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37AA-AA75-AB6A-D7FC-B5432E1A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555561-48F0-37EB-30B5-A79076E3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5C2BC-5919-D7A3-280F-16038992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DE71D-C5A2-B1A2-3044-AD25EEDE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692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58875-676D-9447-EBB2-40ECB412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4AC90-515D-5DCA-BA8A-EC85BA42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71E08-E942-F1E8-7E27-53FB1C50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221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F4541-FA08-159C-FEF5-9E357ABD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0684-CE37-674B-4442-D07A96226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83524-68CB-EE1E-5FB1-BF14ECD72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705A3-3935-25D7-357E-7C668090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2AA58-5FB1-C7CC-8D5F-5255A58C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3DDC3-9756-F4A6-021F-375DA630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3084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9BBA-585C-D38B-2EAF-1650B68E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98AA7-8449-6A14-FA3F-81BB78C3B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9EE04-3C1C-90C7-0AEE-994550E84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632E6-7DCA-8E29-42B1-9FE07838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C104E-7683-1FC5-C9DC-C218E285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4ABB3-D0CB-6146-F8B0-2C645091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577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DA32-C0C6-171C-1326-A258EAD0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E56AF-E1DA-C64C-0D1F-023C39084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7CB62-558E-7389-77E5-EFBC1832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C9E53-5CCA-FA53-E348-BED682B1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1C0B4-766D-7625-ABE6-48BC5940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6835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62BB55-485C-9059-358F-6E93CABB5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A1D59-9091-9048-1DA6-4D654684A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3D503-F754-9E0C-AF65-B8FFFB9AF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AFB6-57C6-EF50-5EC5-67534CB0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094DB-B6A1-0137-C8CB-7ACD02A0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100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45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5B2BE-E2BE-FD61-AFA1-8A43F66F8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50439-0333-382B-50E5-846CB3231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16539-6644-EC25-C3DE-FE6061FF8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76B62-A44D-4634-8CD3-A54CA7516BE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B951F-2C82-6475-B17E-1BCA2E9A0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BE66-5DD7-2EF0-D6F6-574E2ED5E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692FC-8402-4C10-8FB6-E6E371B530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84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447" y="1682130"/>
            <a:ext cx="7937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78051" y="2520330"/>
            <a:ext cx="31878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Development with JavaFX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98644" y="3221310"/>
            <a:ext cx="534663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desktop application for managing library operations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application built with JavaFX framework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complete library circulation workflow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book inventory tracking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account management and fine calculation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Issuance - Issue books to members with automatic date tracking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Return - Accept returned books and calculate fines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Books View - Display all books currently in stock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Books View - Track books with member details and due dates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Management - Automatic fine calculation for late returns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Tracking - Who borrowed which book and when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- Store all records in database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Interface - Intuitive navigation and controls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24963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5471"/>
            <a:ext cx="7924800" cy="124963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25106"/>
            <a:ext cx="7924800" cy="124963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35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57326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GUI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271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06961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classes &amp; business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29906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556596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for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2114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&amp; Stage - Main window and scene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TableView - Display books and member information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TextField &amp; ComboBox - Input controls for user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&amp; Event Handlers - User interactions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BorderPane &amp; VBox - Layout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lifecycle management from acquisition to disposal: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books to inventory with details (ID, Title, Author)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availability status tracking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books by various criteria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Issue &amp; Return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circulation workflow: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books with automatic date recording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books and update availability status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complete history of transactions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penalty calculation and tracking: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fines based on days late after due date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fine status per member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fine payments and clear member accounts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member accounts and store member information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borrowing history for each member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member details and issued books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membership status and account balance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Books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and management interface: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TableView showing all available books in inventory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 when books are issued/returned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functionality for quick book lookup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Books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 tracking interface: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TableView with member name and book details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date, return date, and days remaining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access to process returns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24963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75471"/>
            <a:ext cx="7924800" cy="124963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25106"/>
            <a:ext cx="7924800" cy="124963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35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57326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20+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271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Database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06961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SQL/JDBC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129906"/>
            <a:ext cx="746150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Language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556596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11+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architecture for clean separation of concerns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programming for user interactions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collections for automatic UI updates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styling for consistent look and feel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 demonstrated: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design and development with JavaFX framework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 and JDBC connectivity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handling and user interaction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architecture and design patterns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108659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12429"/>
            <a:ext cx="7924800" cy="108659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99024"/>
            <a:ext cx="7924800" cy="108659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585618"/>
            <a:ext cx="7924800" cy="108659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Features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554435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Book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98112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books to inventory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641029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Book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067720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to members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3727624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Book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" y="4154314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returns &amp; fines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4814218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Reports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" y="5240908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all data</a:t>
            </a:r>
            <a:endParaRPr lang="en-US" sz="11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challenges overcome: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26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connectivity using JDBC and connection pooling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UI updates using ObservableList and event listeners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date calculations for fine computation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improvements: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interface for remote access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Barcode/QR code scanning integration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reporting and analytics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for member self-service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777380"/>
            <a:ext cx="249589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6028" y="2554560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7795" y="3126060"/>
            <a:ext cx="456841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- JavaFX Desktop Application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542</Words>
  <Application>Microsoft Office PowerPoint</Application>
  <PresentationFormat>On-screen Show (16:9)</PresentationFormat>
  <Paragraphs>121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CHARCHIT CHAUHAN</cp:lastModifiedBy>
  <cp:revision>2</cp:revision>
  <dcterms:created xsi:type="dcterms:W3CDTF">2025-11-21T16:04:58Z</dcterms:created>
  <dcterms:modified xsi:type="dcterms:W3CDTF">2025-11-21T16:07:21Z</dcterms:modified>
</cp:coreProperties>
</file>